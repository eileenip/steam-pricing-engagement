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minutes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under 10  ·  233</c:v>
                  </c:pt>
                  <c:pt idx="1">
                    <c:v>10–30  ·  630</c:v>
                  </c:pt>
                  <c:pt idx="2">
                    <c:v>30–60  ·  1,420</c:v>
                  </c:pt>
                  <c:pt idx="3">
                    <c:v>60+  ·  2,484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233</c:v>
                </c:pt>
                <c:pt idx="1">
                  <c:v>630</c:v>
                </c:pt>
                <c:pt idx="2">
                  <c:v>1420</c:v>
                </c:pt>
                <c:pt idx="3">
                  <c:v>2484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F2P vs Paid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going free-to-play actually buy engagement on Steam?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Eileen Ip  ·  September 2026  ·  20,761 games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this informs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studio picking a launch model; a publisher weighing a conversion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free-to-play is meant to buy engagement, not just downloads.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 games have more owners” is a tautology — free things get downloaded.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question: do players who take a free game stay in it as long as players who paid?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 the answer hold once you stop comparing a free MOBA against a paid visual novel?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no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playtime per player, 2,797 games with a usable sample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0584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00584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846320" y="19202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846320" y="2926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— paid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games are played more than four times as long.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obvious objection, tested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games might just cluster in genres played less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compared within genre</a:t>
            </a:r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across the 58 genres holding enough of both models.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−0.457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2240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−0.482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84632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genre-adjusted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6118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was meant to shrink the gap. It moved it 0.025 the other way.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023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games are played less inside their own genres too.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free-to-play does win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minutes, by genre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MMORPG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Novel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wins only in genres built for long passive sessions — and loses MMORPG, where it should be strongest.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predicts engagement better than the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games only, median minutes by AUD band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914400" y="1737360"/>
          <a:ext cx="7315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tenfold, end to end. Price is standing in for budget and scope — this is not a claim that price causes engagement.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didn't 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metric died mid-project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used SteamSpy's median playtime. It still serves the field — as zeroes, for all 1,000 apps checked.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Steam's privacy changes removed the sample behind it; the schema stayed.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on per-player playtime from Steam review payloads, which are populated.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a smaller sample, and reviewers play more than owners do. Both stated, not absorbed.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weaken this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caveats, in order of size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73736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are not owners — every playtime figure is biased upward.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uneven: 22.5% of paid games dropped for thin review counts against 16.5% of free ones, which likely overstates the gap.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prices, not launch prices — a converted title reads as free today.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data. A game played half as long may still earn more per player.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do with this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 free-to-play launch as a distribution decision, not an engagement one.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genre's session structure before assuming the model transfers.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this with revenue per player before making a pricing call — engagement is half the question, and the half this data cannot answer.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F2P vs Paid: Pricing and Engagement on Steam</dc:title>
  <dc:subject>PptxGenJS Presentation</dc:subject>
  <dc:creator>Eileen Ip</dc:creator>
  <cp:lastModifiedBy>Eileen Ip</cp:lastModifiedBy>
  <cp:revision>1</cp:revision>
  <dcterms:created xsi:type="dcterms:W3CDTF">2026-09-13T09:20:54Z</dcterms:created>
  <dcterms:modified xsi:type="dcterms:W3CDTF">2026-09-13T09:20:54Z</dcterms:modified>
</cp:coreProperties>
</file>